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085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02061" y="45720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46720" y="46634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76381" y="44805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21040" y="46634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50701" y="45720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0" y="46634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505326" y="45720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869680" y="466344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744477" y="44805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0" y="4673991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Smart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RFID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200400" y="3090672"/>
            <a:ext cx="2743200" cy="36576"/>
          </a:xfrm>
          <a:prstGeom prst="rect">
            <a:avLst/>
          </a:prstGeom>
          <a:solidFill>
            <a:srgbClr val="9DC3D4"/>
          </a:solidFill>
          <a:ln w="12700">
            <a:solidFill>
              <a:srgbClr val="9DC3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Report  |  MCA Program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Thakur (UID: 24MCA20322)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Gaurav Mehta  |  Chandigarh University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572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572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848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80944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4572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98094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4572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87705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87705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4572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46320" y="1188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188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Technologies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084832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46320" y="2084832"/>
            <a:ext cx="4572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0" y="208483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0848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980944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2980944"/>
            <a:ext cx="4572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0" y="2980944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298094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Results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877056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46320" y="3877056"/>
            <a:ext cx="4572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46320" y="387705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387705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Advantages, Limitations &amp; Future Scope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attendance is manual and slow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human errors and proxy marking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tracking or central storage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for teachers and staff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monitor from remote locations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11155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RFID automated attendance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+ RFID for instant card scanning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sent via WiFi to server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data with timestamps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for live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3716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51760" cy="1600200"/>
          </a:xfrm>
          <a:prstGeom prst="rect">
            <a:avLst/>
          </a:prstGeom>
          <a:solidFill>
            <a:srgbClr val="13223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4356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Attendance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+ IoT for hands-free, instant attendance recording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2651760" cy="1600200"/>
          </a:xfrm>
          <a:prstGeom prst="rect">
            <a:avLst/>
          </a:prstGeom>
          <a:solidFill>
            <a:srgbClr val="13223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54680" y="132588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54680" y="14356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5468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Transmission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WiFi-based HTTP communication for live data sync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2651760" cy="1600200"/>
          </a:xfrm>
          <a:prstGeom prst="rect">
            <a:avLst/>
          </a:prstGeom>
          <a:solidFill>
            <a:srgbClr val="13223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89320" y="132588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89320" y="14356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8932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Proxy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card UIDs prevent proxy and manual errors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2651760" cy="1600200"/>
          </a:xfrm>
          <a:prstGeom prst="rect">
            <a:avLst/>
          </a:prstGeom>
          <a:solidFill>
            <a:srgbClr val="13223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32644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004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114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stored securely in MongoDB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3154680"/>
            <a:ext cx="2651760" cy="1600200"/>
          </a:xfrm>
          <a:prstGeom prst="rect">
            <a:avLst/>
          </a:prstGeom>
          <a:solidFill>
            <a:srgbClr val="13223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154680" y="315468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154680" y="32644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15468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46120" y="4114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for real-time oversight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3154680"/>
            <a:ext cx="2651760" cy="1600200"/>
          </a:xfrm>
          <a:prstGeom prst="rect">
            <a:avLst/>
          </a:prstGeom>
          <a:solidFill>
            <a:srgbClr val="13223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89320" y="315468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89320" y="32644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98932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Scalable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80760" y="4114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grow across multiple rooms/campuses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457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84632" y="1719072"/>
            <a:ext cx="109728" cy="1097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(ESP8266)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2212848"/>
            <a:ext cx="109728" cy="1097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Reader (MFRC522)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" y="2706624"/>
            <a:ext cx="109728" cy="1097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26609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 (16x2)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" y="3200400"/>
            <a:ext cx="109728" cy="10972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&amp; LED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1143000"/>
            <a:ext cx="2651760" cy="45720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5468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54680" y="16002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319272" y="1719072"/>
            <a:ext cx="109728" cy="10972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52044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(ESP8266)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19272" y="2212848"/>
            <a:ext cx="109728" cy="10972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520440" y="2167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Protocol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19272" y="2706624"/>
            <a:ext cx="109728" cy="10972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20440" y="26609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Calls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9272" y="3200400"/>
            <a:ext cx="109728" cy="10972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520440" y="3154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1143000"/>
            <a:ext cx="2651760" cy="457200"/>
          </a:xfrm>
          <a:prstGeom prst="rect">
            <a:avLst/>
          </a:prstGeom>
          <a:solidFill>
            <a:srgbClr val="6E2F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8932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Server Layer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89320" y="160020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53912" y="1719072"/>
            <a:ext cx="109728" cy="109728"/>
          </a:xfrm>
          <a:prstGeom prst="ellipse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5508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53912" y="2212848"/>
            <a:ext cx="109728" cy="109728"/>
          </a:xfrm>
          <a:prstGeom prst="ellipse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55080" y="2167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Database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53912" y="2706624"/>
            <a:ext cx="109728" cy="109728"/>
          </a:xfrm>
          <a:prstGeom prst="ellipse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55080" y="26609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53912" y="3200400"/>
            <a:ext cx="109728" cy="109728"/>
          </a:xfrm>
          <a:prstGeom prst="ellipse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55080" y="3154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Logs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71800" y="2286000"/>
            <a:ext cx="411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063240" y="21488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06440" y="2286000"/>
            <a:ext cx="411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897880" y="21488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0040" y="3977640"/>
            <a:ext cx="850392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7200" y="3995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 RFID Card  →  NodeMCU  →  WiFi  →  Node.js Server  →  MongoDB  →  React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73152" cy="1737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(ESP8266)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IoT board with built-in WiFi. Acts as the system brain: reads RFID data and transmits to server.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70432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54680" y="1170432"/>
            <a:ext cx="73152" cy="1737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3756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📟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764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Module (MFRC522)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305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card UID via SPI protocol. Short-range (2–5 cm), communicates with NodeMCU.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89320" y="1170432"/>
            <a:ext cx="73152" cy="1737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7220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1764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Cards / Tags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1305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tags with unique UID. No battery needed — powered by reader's electromagnetic field.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90672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3090672"/>
            <a:ext cx="73152" cy="1737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36850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 (16x2)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0507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real-time messages: 'Scan Card', attendance status IN/OUT via I2C protocol.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3090672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154680" y="3090672"/>
            <a:ext cx="73152" cy="1737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3756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37560" y="36850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40507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beep = success. Long beep = error/invalid. Provides instant audio feedback.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3090672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89320" y="3090672"/>
            <a:ext cx="73152" cy="1737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7220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72200" y="36850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(Green / Red)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40507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valid scan. Red = error. Visual confirmation for users.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Pin Connections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Module (MFRC522)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3474720" cy="2194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NodeMCU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 (SS)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(I2C) + LED/Buzzer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508760"/>
          <a:ext cx="4206240" cy="19202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NodeMCU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4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Key: RFID runs on 3.3V only  |  SPI pins must be exact  |  Stable WiFi required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8288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67512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645920" cy="667512"/>
          </a:xfrm>
          <a:prstGeom prst="rect">
            <a:avLst/>
          </a:prstGeom>
          <a:solidFill>
            <a:srgbClr val="1F61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1645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1795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48840" y="147218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NodeMCU. Controls RFID module and sends HTTP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667512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1645920" cy="667512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1645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9568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8840" y="22494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server. Handles requests, processes attendance logic.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412480" cy="667512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1645920" cy="667512"/>
          </a:xfrm>
          <a:prstGeom prst="rect">
            <a:avLst/>
          </a:prstGeom>
          <a:solidFill>
            <a:srgbClr val="784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1645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27340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48840" y="30266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storage for user profiles and timestamped attendance records.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8412480" cy="667512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1645920" cy="667512"/>
          </a:xfrm>
          <a:prstGeom prst="rect">
            <a:avLst/>
          </a:prstGeom>
          <a:solidFill>
            <a:srgbClr val="6E2F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474720"/>
            <a:ext cx="1645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35112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48840" y="380390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 for real-time monitoring and analytics.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667512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1645920" cy="6675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1645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42885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over WiFi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48840" y="45811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communication between NodeMCU and Node.js server.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143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156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801368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856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2219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RFID card near reader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12848" y="1179576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9544" y="1143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9544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32304" y="1801368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32304" y="1856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05456" y="22219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MFRC522 reads unique card 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70832" y="1179576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67528" y="1143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67528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90288" y="1801368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90288" y="1856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2219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prepares the HTTP request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28816" y="1179576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25512" y="1143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52551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48272" y="1801368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48272" y="1856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WiFi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21424" y="22219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transmitted to backend server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1560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515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4320" y="3721608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4320" y="3776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" y="414223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 UID in database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12848" y="3099816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09544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09544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432304" y="3721608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432304" y="3776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OUT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505456" y="414223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entry or exit status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70832" y="3099816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67528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67528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90288" y="3721608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90288" y="3776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63440" y="414223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saved with date &amp; timestamp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28816" y="3099816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25512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525512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48272" y="3721608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748272" y="3776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821424" y="414223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LCD, LED &amp; buzzer confirm result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8288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097280"/>
          </a:xfrm>
          <a:prstGeom prst="rect">
            <a:avLst/>
          </a:prstGeom>
          <a:solidFill>
            <a:srgbClr val="1A527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1097280"/>
          </a:xfrm>
          <a:prstGeom prst="rect">
            <a:avLst/>
          </a:prstGeom>
          <a:solidFill>
            <a:srgbClr val="117A6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627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651760" cy="1097280"/>
          </a:xfrm>
          <a:prstGeom prst="rect">
            <a:avLst/>
          </a:prstGeom>
          <a:solidFill>
            <a:srgbClr val="6E2F8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035040" y="1051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1627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40280"/>
          <a:ext cx="8412480" cy="137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Sachin Chawla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e6667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13:18:53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Gaurav Rana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24MCA20507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13:12:50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Ayush Kumar Thakur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24MCA20322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13:03:00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Gaurav Rana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24MCA20507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12:43:33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shows: 'Scan RFID Card…'  →  'Card Detected: [UID]'  →  'Attendance: IN/OUT'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519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51960" cy="45720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977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attendance tracking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&amp; reliability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storage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remote monitoring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across campuses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 speed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690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69080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664208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stable internet connection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cards can be shared (proxy risk)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RFID scan range (2–5 cm)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loss = access disruption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Colleges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&amp; Companies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Laboratories &amp; Secure Areas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46304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67512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40080" cy="6675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40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RFID with fingerprint or iris scanners for multi-factor authentication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412480" cy="667512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640080" cy="6675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640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2219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iOS/Android app for students and teachers to view attendance live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8412480" cy="667512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640080" cy="6675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640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9992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AWS/GCP for unlimited storage and higher availability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8412480" cy="667512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640080" cy="6675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640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7764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AI-based facial recognition as a secondary verification layer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667512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640080" cy="6675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640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4300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5537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SMS/email/push alerts for parents and faculty on attendance events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143000"/>
            <a:ext cx="6400800" cy="2286000"/>
          </a:xfrm>
          <a:prstGeom prst="rect">
            <a:avLst/>
          </a:prstGeom>
          <a:solidFill>
            <a:srgbClr val="0F27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71600" y="1143000"/>
            <a:ext cx="6400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54480" y="1298448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IoT-Based Smart Attendance System successfully automates attendance using RFID technology. By combining NodeMCU, RFID scanning, WiFi communication, and a MongoDB-backed React dashboard, the system delivers real-time data processing, high accuracy, and significant reduction in manual effort.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D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IoT can transform traditional institutional processes into intelligent, connected solutions.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1143000" cy="365760"/>
          </a:xfrm>
          <a:prstGeom prst="roundRect">
            <a:avLst>
              <a:gd name="adj" fmla="val 17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3749040"/>
            <a:ext cx="1143000" cy="365760"/>
          </a:xfrm>
          <a:prstGeom prst="roundRect">
            <a:avLst>
              <a:gd name="adj" fmla="val 17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03120" y="3749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749040"/>
            <a:ext cx="1143000" cy="365760"/>
          </a:xfrm>
          <a:prstGeom prst="roundRect">
            <a:avLst>
              <a:gd name="adj" fmla="val 17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0" y="3749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749040"/>
            <a:ext cx="1143000" cy="365760"/>
          </a:xfrm>
          <a:prstGeom prst="roundRect">
            <a:avLst>
              <a:gd name="adj" fmla="val 17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3749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3749040"/>
            <a:ext cx="1143000" cy="365760"/>
          </a:xfrm>
          <a:prstGeom prst="roundRect">
            <a:avLst>
              <a:gd name="adj" fmla="val 17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0" y="3749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3749040"/>
            <a:ext cx="1143000" cy="365760"/>
          </a:xfrm>
          <a:prstGeom prst="roundRect">
            <a:avLst>
              <a:gd name="adj" fmla="val 17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23760" y="3749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University  |  UIC  |  MCA  |  April 2026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914</Words>
  <Application>Microsoft Office PowerPoint</Application>
  <PresentationFormat>On-screen Show (16:9)</PresentationFormat>
  <Paragraphs>272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Smart Attendance System Using RFID</dc:title>
  <dc:subject>PptxGenJS Presentation</dc:subject>
  <dc:creator>PptxGenJS</dc:creator>
  <cp:lastModifiedBy>Aayush Thakur</cp:lastModifiedBy>
  <cp:revision>3</cp:revision>
  <dcterms:created xsi:type="dcterms:W3CDTF">2026-04-09T09:42:23Z</dcterms:created>
  <dcterms:modified xsi:type="dcterms:W3CDTF">2026-04-17T10:31:21Z</dcterms:modified>
</cp:coreProperties>
</file>